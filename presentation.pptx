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8A"/>
                </a:solidFill>
              </a:defRPr>
            </a:pPr>
            <a:r>
              <a:t>Sleep Disorder Classification Using Machine Learning</a:t>
            </a:r>
          </a:p>
          <a:p>
            <a:pPr>
              <a:spcBef>
                <a:spcPts val="1600"/>
              </a:spcBef>
              <a:defRPr sz="2000">
                <a:solidFill>
                  <a:srgbClr val="4B5563"/>
                </a:solidFill>
              </a:defRPr>
            </a:pPr>
            <a:r>
              <a:t>A Multi-Class Supervised Learning Framework for Lifestyle &amp; Sleep Health Assessment</a:t>
            </a:r>
          </a:p>
          <a:p>
            <a:pPr>
              <a:spcBef>
                <a:spcPts val="3000"/>
              </a:spcBef>
              <a:defRPr sz="1400">
                <a:solidFill>
                  <a:srgbClr val="10B981"/>
                </a:solidFill>
              </a:defRPr>
            </a:pPr>
            <a:r>
              <a:t>Department of Computer Science &amp; Engineering | Engineering Mini-Project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CONTEXT &amp; RELEVANCE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1. Introduction &amp;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Sleep is an essential biological process directly affecting cognitive function, immune resilience, and cardiovascular health.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Over 30% of global adults suffer from chronic sleep disorders such as Insomnia and Sleep Apnea.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Traditional clinical diagnosis relies on overnight Polysomnography (PSG), which is expensive, time-intensive, and resource-constrained.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Machine Learning provides non-invasive, accessible screening tools by analyzing everyday physiological and behavioral indicators.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CHALLENGE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Diagnostic Delay: Millions remain undiagnosed due to the friction of laboratory sleep tests and lack of routine sleep screenings.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Multi-Factor Complexity: Sleep disorders stem from interconnected lifestyle, occupational, and physiological metrics.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Clinical Triaging Need: Healthcare providers require an automated, educational multi-class classification tool to stratify risk into None, Insomnia, and Sleep Apnea.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Educational Demonstration: Building a reproducible, transparent machine learning application tailored for engineering and clinical awareness.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GOALS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3.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Multi-Class Classification: Accurately predict whether a subject has No Disorder, Insomnia, or Sleep Apnea.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End-to-End Pipeline: Build a Scikit-Learn ColumnTransformer and Pipeline to prevent data leakage and guarantee training-inference parity.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Comprehensive Benchmarking: Compare 5 prominent classification algorithms using 5-Fold Stratified Cross-Validation.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Interactive Deployment: Develop a polished Streamlit web application providing real-time probability estimates and statistical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DATA &amp;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4. Dataset Overview &amp;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Source: Kaggle Sleep Health and Lifestyle Dataset (374 participant records, 13 features).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Target Classes: None (58.6%, 219 samples), Sleep Apnea (20.9%, 78 samples), Insomnia (20.6%, 77 samples).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Key Demographic &amp; Lifestyle Attributes: Age (27-59), Gender, Occupation (11 roles), Physical Activity Level, Daily Steps.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Key Sleep &amp; Physiological Attributes: Sleep Duration, Quality of Sleep, Stress Level, BMI Category, Heart Rate, Blood Pressure.</a:t>
            </a:r>
          </a:p>
        </p:txBody>
      </p:sp>
      <p:pic>
        <p:nvPicPr>
          <p:cNvPr id="5" name="Picture 4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METHODOLOGY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5. Data Preprocessing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Handling Missing Labels: Mapped 219 null entries in 'Sleep Disorder' to 'None' reflecting healthy subjects.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Blood Pressure Decomposition: Converted compound string (e.g. '126/83') into continuous Systolic_BP and Diastolic_BP features.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Category Normalization: Standardized synonymous BMI labels ('Normal Weight' -&gt; 'Normal').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Leakage Prevention: Fitted SimpleImputer, StandardScaler, and OneHotEncoder exclusively on the 80% training set within a Scikit-Learn Pipeline.</a:t>
            </a:r>
          </a:p>
        </p:txBody>
      </p:sp>
      <p:pic>
        <p:nvPicPr>
          <p:cNvPr id="5" name="Picture 4" descr="07_bmi_categ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6. Evaluated Machine Learning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1. Logistic Regression: Baseline linear model with balanced class weighting for calibrated probabilities.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2. Decision Tree Classifier: Non-linear tree-based partitions with depth regularization to curb variance.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3. Random Forest Classifier: Ensemble of 100 bagged trees mitigating overfitting and capturing multi-way feature interactions.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4. K-Nearest Neighbors (KNN): Distance-weighted neighborhood classification over scaled feature vectors.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5. Gradient Boosting: Sequentially boosted decision stumps optimizing multi-class log-loss.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7. System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Raw Data Ingestion: Patient data from CSV or Streamlit user input form.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Custom Feature Engineering: FeatureEngineer transformer parses BP, standardizes BMI, drops Person ID.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ColumnTransformer: Standardizes 9 numerical features; one-hot encodes 3 categorical features.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Ensemble Classifier: Saved Random Forest model pipeline (sleep_disorder_pipeline.joblib).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Inference &amp; Presentation: Real-time class prediction, class probabilities, and visual guidance via Streamlit UI.</a:t>
            </a:r>
          </a:p>
        </p:txBody>
      </p:sp>
      <p:pic>
        <p:nvPicPr>
          <p:cNvPr id="5" name="Picture 4" descr="12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8. Model Evaluation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Champion Model: Random Forest achieved highest Test Macro F1 (0.9352) and Test Accuracy (96.00%).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Gradient Boosting achieved 94.67% accuracy and 0.9214 Macro F1.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KNN &amp; Logistic Regression achieved 93.33% accuracy.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Prioritized Metric: Macro F1-Score was favored over accuracy to protect sensitivity on minority classes (Insomnia &amp; Sleep Apnea).</a:t>
            </a:r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USER INTERFACE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9. Streamlit Web Application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5 Navigation Sections: Home, Predict, Dataset Insights, Model Performance, About Project.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Interactive Predict Form: Sliders and select boxes with instant validation and compound BP synthesis.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Probability Confidence: Multi-class probability breakdown explaining relative model certainty.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Ethical Medical Disclaimer: Prominently displayed warning that predictions are educational and non-diagnostic.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10. Clinical &amp; Statistical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Perfect Healthy Classification: 100% Precision and 100% Recall on the 'None' class on test data.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Sleep Apnea Sensitivity: 93.8% Recall, strongly correlated with elevated BMI and Systolic BP &gt; 130 mmHg.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Insomnia Patterns: 86.7% Recall and 92.9% Precision, strongly driven by Sleep Duration &lt; 6.5 hrs and Stress &gt;= 7.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Confusion Matrix: Only 3 minor misclassifications out of 75 held-out test subjects.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572000" cy="39188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CONCLUSION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11. 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Conclusion: Successfully built an educational, highly accurate (96%), and reproducible sleep disorder classification system.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Wearable Integration: Ingesting continuous PPG and accelerometer telemetry from smartwatches (Fitbit, Apple Watch).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Deep Learning: Extending to raw 1D-CNN or LSTM architectures on polysomnography time-series data.</a:t>
            </a:r>
          </a:p>
          <a:p>
            <a:pPr>
              <a:spcAft>
                <a:spcPts val="1400"/>
              </a:spcAft>
              <a:defRPr sz="1600">
                <a:solidFill>
                  <a:srgbClr val="1F2937"/>
                </a:solidFill>
              </a:defRPr>
            </a:pPr>
            <a:r>
              <a:t>•  Clinical Validation: Expanding the dataset to multi-hospital cohorts across diverse age groups and ethnicities.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